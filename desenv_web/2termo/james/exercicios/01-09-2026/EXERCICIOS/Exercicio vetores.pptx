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889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531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0084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314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105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9306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890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391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205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526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932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0F209-315E-4562-A76C-80DF667D7D3D}" type="datetimeFigureOut">
              <a:rPr lang="pt-BR" smtClean="0"/>
              <a:t>05/11/2015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1C493-54D3-49B3-B20F-FCF1596A4EA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343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68941"/>
            <a:ext cx="10515600" cy="5908022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arenR"/>
            </a:pPr>
            <a:r>
              <a:rPr lang="pt-BR" dirty="0" smtClean="0"/>
              <a:t>Crie um programa com a contagem de votos de 3 candidatos e 50 eleitores, mostrando a quantidade de votos de cada candidato;</a:t>
            </a:r>
          </a:p>
          <a:p>
            <a:pPr marL="514350" indent="-514350">
              <a:buFont typeface="+mj-lt"/>
              <a:buAutoNum type="arabicParenR"/>
            </a:pPr>
            <a:endParaRPr lang="pt-BR" dirty="0" smtClean="0"/>
          </a:p>
          <a:p>
            <a:pPr marL="514350" indent="-514350">
              <a:buFont typeface="+mj-lt"/>
              <a:buAutoNum type="arabicParenR"/>
            </a:pPr>
            <a:r>
              <a:rPr lang="pt-BR" dirty="0" smtClean="0"/>
              <a:t>Crie um programa que solicite o código, peso, e tipo do gado(magro, gordo) para a venda, mostrando no final o gado mais pesado e o mais leve, além da média de peso do boi gordo e do boi magro;</a:t>
            </a:r>
          </a:p>
          <a:p>
            <a:pPr marL="514350" indent="-514350">
              <a:buFont typeface="+mj-lt"/>
              <a:buAutoNum type="arabicParenR"/>
            </a:pPr>
            <a:endParaRPr lang="pt-BR" dirty="0"/>
          </a:p>
          <a:p>
            <a:pPr marL="514350" indent="-514350">
              <a:buFont typeface="+mj-lt"/>
              <a:buAutoNum type="arabicParenR"/>
            </a:pPr>
            <a:r>
              <a:rPr lang="pt-BR" dirty="0" smtClean="0"/>
              <a:t>Faça um programa que receba 6 números inteiros, calcule e mostre a soma dos números pares e a quantidade de números impares, mostrando o relatório no final;</a:t>
            </a:r>
          </a:p>
          <a:p>
            <a:pPr marL="514350" indent="-514350">
              <a:buFont typeface="+mj-lt"/>
              <a:buAutoNum type="arabicParenR"/>
            </a:pPr>
            <a:endParaRPr lang="pt-BR" dirty="0"/>
          </a:p>
          <a:p>
            <a:pPr marL="514350" indent="-514350">
              <a:buFont typeface="+mj-lt"/>
              <a:buAutoNum type="arabicParenR"/>
            </a:pPr>
            <a:r>
              <a:rPr lang="pt-BR" dirty="0" smtClean="0"/>
              <a:t>Faça um programa que carregue um vetor com 10 posições de números inteiros. Calcule e mostre os números superiores a 50e suas posições. Mostrar mensagem se não existir nenhum numero nesta condição.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31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Faça um algoritmo que solicite a digitação de 20 números em um vetor e faça a impressão dos elementos com índice impar elevados ao quadrado, e de números pares mostre o seu valor dividido por 2.</a:t>
            </a:r>
          </a:p>
          <a:p>
            <a:endParaRPr lang="pt-BR" dirty="0"/>
          </a:p>
          <a:p>
            <a:r>
              <a:rPr lang="pt-BR" dirty="0"/>
              <a:t>Escreva um algoritmo em PORTUGOL que receba a altura de 10 atletas. </a:t>
            </a:r>
            <a:r>
              <a:rPr lang="pt-BR" dirty="0" smtClean="0"/>
              <a:t>Esse algoritmo </a:t>
            </a:r>
            <a:r>
              <a:rPr lang="pt-BR" dirty="0"/>
              <a:t>deve imprimir </a:t>
            </a:r>
            <a:r>
              <a:rPr lang="pt-BR" dirty="0" smtClean="0"/>
              <a:t>a altura </a:t>
            </a:r>
            <a:r>
              <a:rPr lang="pt-BR" dirty="0"/>
              <a:t>daqueles atletas que tem altura maior que a média.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202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NotJames</dc:creator>
  <cp:lastModifiedBy>James Clauton</cp:lastModifiedBy>
  <cp:revision>6</cp:revision>
  <dcterms:created xsi:type="dcterms:W3CDTF">2014-08-08T18:31:07Z</dcterms:created>
  <dcterms:modified xsi:type="dcterms:W3CDTF">2015-11-05T22:39:21Z</dcterms:modified>
</cp:coreProperties>
</file>